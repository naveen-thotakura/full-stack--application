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59" r:id="rId6"/>
    <p:sldId id="261" r:id="rId7"/>
    <p:sldId id="262" r:id="rId8"/>
    <p:sldId id="263" r:id="rId9"/>
    <p:sldId id="264" r:id="rId10"/>
    <p:sldId id="269" r:id="rId11"/>
    <p:sldId id="266" r:id="rId12"/>
    <p:sldId id="268" r:id="rId13"/>
    <p:sldId id="272"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40" d="100"/>
          <a:sy n="40" d="100"/>
        </p:scale>
        <p:origin x="88" y="9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Naidu" userId="3756d3a641fe7dd7" providerId="LiveId" clId="{8774EE08-1035-407E-9083-840678C4139A}"/>
    <pc:docChg chg="modSld">
      <pc:chgData name="Naveen Naidu" userId="3756d3a641fe7dd7" providerId="LiveId" clId="{8774EE08-1035-407E-9083-840678C4139A}" dt="2026-05-05T04:15:55.949" v="32" actId="20577"/>
      <pc:docMkLst>
        <pc:docMk/>
      </pc:docMkLst>
      <pc:sldChg chg="modSp mod">
        <pc:chgData name="Naveen Naidu" userId="3756d3a641fe7dd7" providerId="LiveId" clId="{8774EE08-1035-407E-9083-840678C4139A}" dt="2026-05-05T04:15:55.949" v="32" actId="20577"/>
        <pc:sldMkLst>
          <pc:docMk/>
          <pc:sldMk cId="0" sldId="256"/>
        </pc:sldMkLst>
        <pc:spChg chg="mod">
          <ac:chgData name="Naveen Naidu" userId="3756d3a641fe7dd7" providerId="LiveId" clId="{8774EE08-1035-407E-9083-840678C4139A}" dt="2026-05-05T04:15:55.949" v="32" actId="20577"/>
          <ac:spMkLst>
            <pc:docMk/>
            <pc:sldMk cId="0" sldId="256"/>
            <ac:spMk id="14" creationId="{EA8EEF4A-EB43-B7D9-87FC-7C7D752BCA7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T.naveen</a:t>
            </a:r>
            <a:r>
              <a:rPr lang="en-US" sz="3000" dirty="0">
                <a:latin typeface="Cambria" panose="02040503050406030204" pitchFamily="18" charset="0"/>
                <a:ea typeface="Cambria" panose="02040503050406030204" pitchFamily="18" charset="0"/>
              </a:rPr>
              <a:t> – VTU26542 – 23UECS0899</a:t>
            </a:r>
          </a:p>
          <a:p>
            <a:pPr>
              <a:lnSpc>
                <a:spcPct val="150000"/>
              </a:lnSpc>
            </a:pP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4&amp;9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pPr algn="just"/>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pPr algn="just"/>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pPr algn="just"/>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H2 Console for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descr="The image illustrates a diagram with four sequential steps: browsing events, registering, storing data, and managing events, depicted through a flowchart.&#10;&#10;AI-generated content may be incorrect.">
            <a:extLst>
              <a:ext uri="{FF2B5EF4-FFF2-40B4-BE49-F238E27FC236}">
                <a16:creationId xmlns:a16="http://schemas.microsoft.com/office/drawing/2014/main" id="{BC1C15C0-4625-C083-73E2-E55DD4B5B95A}"/>
              </a:ext>
            </a:extLst>
          </p:cNvPr>
          <p:cNvPicPr>
            <a:picLocks noChangeAspect="1"/>
          </p:cNvPicPr>
          <p:nvPr/>
        </p:nvPicPr>
        <p:blipFill>
          <a:blip r:embed="rId3"/>
          <a:stretch>
            <a:fillRect/>
          </a:stretch>
        </p:blipFill>
        <p:spPr>
          <a:xfrm>
            <a:off x="1828799" y="1714500"/>
            <a:ext cx="15082325" cy="723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742497"/>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2.H2 Console</a:t>
            </a:r>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H2 Console.</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5" name="Picture 44" descr="The image shows a blue background with a circular logo in the center, featuring a welcome message and a login form for the SmartCampus portal, which includes fields for username and password.&#10;&#10;AI-generated content may be incorrect.">
            <a:extLst>
              <a:ext uri="{FF2B5EF4-FFF2-40B4-BE49-F238E27FC236}">
                <a16:creationId xmlns:a16="http://schemas.microsoft.com/office/drawing/2014/main" id="{E592D0D8-627C-9D56-8E81-7A088F91E382}"/>
              </a:ext>
            </a:extLst>
          </p:cNvPr>
          <p:cNvPicPr>
            <a:picLocks noChangeAspect="1"/>
          </p:cNvPicPr>
          <p:nvPr/>
        </p:nvPicPr>
        <p:blipFill>
          <a:blip r:embed="rId3"/>
          <a:stretch>
            <a:fillRect/>
          </a:stretch>
        </p:blipFill>
        <p:spPr>
          <a:xfrm>
            <a:off x="2380356" y="2475170"/>
            <a:ext cx="14175216" cy="612475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is a webpage layout for a university's events page, featuring a navigation bar, a login section, and options to search for different types of events like seminars and workshops.&#10;&#10;AI-generated content may be incorrect.">
            <a:extLst>
              <a:ext uri="{FF2B5EF4-FFF2-40B4-BE49-F238E27FC236}">
                <a16:creationId xmlns:a16="http://schemas.microsoft.com/office/drawing/2014/main" id="{037C7375-ABC2-3E2F-2D07-709C2EDDC9E4}"/>
              </a:ext>
            </a:extLst>
          </p:cNvPr>
          <p:cNvPicPr>
            <a:picLocks noChangeAspect="1"/>
          </p:cNvPicPr>
          <p:nvPr/>
        </p:nvPicPr>
        <p:blipFill>
          <a:blip r:embed="rId3"/>
          <a:stretch>
            <a:fillRect/>
          </a:stretch>
        </p:blipFill>
        <p:spPr>
          <a:xfrm>
            <a:off x="2468986" y="1949285"/>
            <a:ext cx="13829595" cy="704396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Coding Challenge&#10;&#10;AI-generated content may be incorrect.">
            <a:extLst>
              <a:ext uri="{FF2B5EF4-FFF2-40B4-BE49-F238E27FC236}">
                <a16:creationId xmlns:a16="http://schemas.microsoft.com/office/drawing/2014/main" id="{8E6E16A8-B08C-EB19-0E1C-94BA5CED9C5E}"/>
              </a:ext>
            </a:extLst>
          </p:cNvPr>
          <p:cNvPicPr>
            <a:picLocks noChangeAspect="1"/>
          </p:cNvPicPr>
          <p:nvPr/>
        </p:nvPicPr>
        <p:blipFill>
          <a:blip r:embed="rId3"/>
          <a:stretch>
            <a:fillRect/>
          </a:stretch>
        </p:blipFill>
        <p:spPr>
          <a:xfrm>
            <a:off x="2492258" y="1914359"/>
            <a:ext cx="14196664" cy="645828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AE7CC-2FF6-4A1E-7756-8D477303FE8E}"/>
              </a:ext>
            </a:extLst>
          </p:cNvPr>
          <p:cNvSpPr txBox="1"/>
          <p:nvPr/>
        </p:nvSpPr>
        <p:spPr>
          <a:xfrm>
            <a:off x="3810000" y="647700"/>
            <a:ext cx="9144000" cy="707886"/>
          </a:xfrm>
          <a:prstGeom prst="rect">
            <a:avLst/>
          </a:prstGeom>
          <a:noFill/>
        </p:spPr>
        <p:txBody>
          <a:bodyPr wrap="square">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IMPLEMENTATION SCREENSHOTS</a:t>
            </a:r>
            <a:endParaRPr lang="en-IN" sz="4000" b="1" dirty="0">
              <a:solidFill>
                <a:srgbClr val="0033CC"/>
              </a:solidFill>
              <a:latin typeface="Times New Roman" panose="02020603050405020304" pitchFamily="18" charset="0"/>
              <a:cs typeface="Times New Roman" panose="02020603050405020304" pitchFamily="18" charset="0"/>
            </a:endParaRPr>
          </a:p>
        </p:txBody>
      </p:sp>
      <p:pic>
        <p:nvPicPr>
          <p:cNvPr id="4" name="Picture 3" descr="The image shows an email notification from Smart Campus confirming the user's registration for a Coding Challenge event on May 4, 2026.&#10;&#10;AI-generated content may be incorrect.">
            <a:extLst>
              <a:ext uri="{FF2B5EF4-FFF2-40B4-BE49-F238E27FC236}">
                <a16:creationId xmlns:a16="http://schemas.microsoft.com/office/drawing/2014/main" id="{209529AC-BA78-6FBF-CEA1-A8A9A07316C1}"/>
              </a:ext>
            </a:extLst>
          </p:cNvPr>
          <p:cNvPicPr>
            <a:picLocks noChangeAspect="1"/>
          </p:cNvPicPr>
          <p:nvPr/>
        </p:nvPicPr>
        <p:blipFill>
          <a:blip r:embed="rId2"/>
          <a:stretch>
            <a:fillRect/>
          </a:stretch>
        </p:blipFill>
        <p:spPr>
          <a:xfrm>
            <a:off x="1752600" y="1790700"/>
            <a:ext cx="14249400" cy="7543800"/>
          </a:xfrm>
          <a:prstGeom prst="rect">
            <a:avLst/>
          </a:prstGeom>
        </p:spPr>
      </p:pic>
    </p:spTree>
    <p:extLst>
      <p:ext uri="{BB962C8B-B14F-4D97-AF65-F5344CB8AC3E}">
        <p14:creationId xmlns:p14="http://schemas.microsoft.com/office/powerpoint/2010/main" val="205912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41741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H2 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766</TotalTime>
  <Words>808</Words>
  <Application>Microsoft Office PowerPoint</Application>
  <PresentationFormat>Custom</PresentationFormat>
  <Paragraphs>311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Times New Roman</vt:lpstr>
      <vt:lpstr>Bookman Old Style</vt:lpstr>
      <vt:lpstr>Calibri</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Naveen Naidu</cp:lastModifiedBy>
  <cp:revision>17</cp:revision>
  <dcterms:created xsi:type="dcterms:W3CDTF">2006-08-16T00:00:00Z</dcterms:created>
  <dcterms:modified xsi:type="dcterms:W3CDTF">2026-05-05T04:16:02Z</dcterms:modified>
  <dc:identifier>DAHCaYqJ9OU</dc:identifier>
</cp:coreProperties>
</file>